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03C833-17E5-5252-82F8-95D95440F1BD}" v="39" dt="2026-04-05T17:14:04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" type="obj">
  <p:cSld name="OBJECT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800600"/>
            <a:ext cx="9144000" cy="34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3347" y="249511"/>
            <a:ext cx="726408" cy="5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541041"/>
            <a:ext cx="430287" cy="2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8819" y="128831"/>
            <a:ext cx="3143126" cy="54144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54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54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4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54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4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54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6258" y="3652"/>
            <a:ext cx="327742" cy="513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4229411"/>
            <a:ext cx="726408" cy="5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5816" y="0"/>
            <a:ext cx="2118185" cy="41465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2029399" y="157258"/>
            <a:ext cx="50853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1495846" y="883659"/>
            <a:ext cx="6152400" cy="26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54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54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4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54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4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54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6258" y="3652"/>
            <a:ext cx="327742" cy="513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4236787"/>
            <a:ext cx="726408" cy="5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6288" y="0"/>
            <a:ext cx="2097710" cy="414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4446" y="114300"/>
            <a:ext cx="751668" cy="77256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2029399" y="157258"/>
            <a:ext cx="50853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54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54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4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54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4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54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spd="med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/>
        </p:nvSpPr>
        <p:spPr>
          <a:xfrm>
            <a:off x="-525" y="759450"/>
            <a:ext cx="9144000" cy="149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406400" marR="317500" lvl="0" indent="-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2600" b="1">
                <a:solidFill>
                  <a:srgbClr val="000000"/>
                </a:solidFill>
                <a:latin typeface="Calibri"/>
              </a:rPr>
              <a:t>Department of Computer Engineering</a:t>
            </a:r>
            <a:endParaRPr lang="en-US"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Academic Year 2025-2026</a:t>
            </a:r>
          </a:p>
          <a:p>
            <a:pPr algn="ctr"/>
          </a:p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Cinema Compass</a:t>
            </a:r>
          </a:p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Quiz-Based Personalized Movie Recommendation System</a:t>
            </a:r>
          </a:p>
          <a:p>
            <a:pPr algn="ctr"/>
          </a:p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Mini Project Presentation</a:t>
            </a:r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Computer Engineering Department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>1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66" y="117475"/>
            <a:ext cx="4848225" cy="7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05/04/2026</a:t>
            </a:r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91919"/>
                </a:solidFill>
                <a:latin typeface="Calibri"/>
              </a:rPr>
              <a:t>Presented by: STUDENT 1, STUDENT 2    |    Guide: Ms. xyz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/>
        </p:nvSpPr>
        <p:spPr>
          <a:xfrm>
            <a:off x="1371600" y="609475"/>
            <a:ext cx="7305300" cy="3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6675" rIns="0" bIns="0" anchor="t" anchorCtr="0">
            <a:spAutoFit/>
          </a:bodyPr>
          <a:lstStyle/>
          <a:p>
            <a:pPr marL="368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imes New Roman"/>
              <a:buChar char="❑"/>
            </a:pPr>
            <a:r>
              <a:rPr sz="2500" b="0">
                <a:solidFill>
                  <a:srgbClr val="000000"/>
                </a:solidFill>
                <a:latin typeface="Calibri"/>
              </a:rPr>
              <a:t>1. Introduction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/>
            <a:r>
              <a:rPr sz="2500" b="0">
                <a:solidFill>
                  <a:srgbClr val="000000"/>
                </a:solidFill>
                <a:latin typeface="Calibri"/>
              </a:rPr>
              <a:t>2. Problem Statement</a:t>
            </a:r>
          </a:p>
          <a:p>
            <a:pPr algn="l"/>
            <a:r>
              <a:rPr sz="2500" b="0">
                <a:solidFill>
                  <a:srgbClr val="000000"/>
                </a:solidFill>
                <a:latin typeface="Calibri"/>
              </a:rPr>
              <a:t>3. Objectives</a:t>
            </a:r>
          </a:p>
          <a:p>
            <a:pPr algn="l"/>
            <a:r>
              <a:rPr sz="2500" b="0">
                <a:solidFill>
                  <a:srgbClr val="000000"/>
                </a:solidFill>
                <a:latin typeface="Calibri"/>
              </a:rPr>
              <a:t>4. Proposed System</a:t>
            </a:r>
          </a:p>
          <a:p>
            <a:pPr algn="l"/>
            <a:r>
              <a:rPr sz="2500" b="0">
                <a:solidFill>
                  <a:srgbClr val="000000"/>
                </a:solidFill>
                <a:latin typeface="Calibri"/>
              </a:rPr>
              <a:t>5. Technology Stack and Deployment</a:t>
            </a:r>
          </a:p>
          <a:p>
            <a:pPr algn="l"/>
            <a:r>
              <a:rPr sz="2500" b="0">
                <a:solidFill>
                  <a:srgbClr val="000000"/>
                </a:solidFill>
                <a:latin typeface="Calibri"/>
              </a:rPr>
              <a:t>6. Results and Conclusion</a:t>
            </a:r>
          </a:p>
          <a:p>
            <a:pPr algn="l"/>
            <a:r>
              <a:rPr sz="2500" b="0">
                <a:solidFill>
                  <a:srgbClr val="000000"/>
                </a:solidFill>
                <a:latin typeface="Calibri"/>
              </a:rPr>
              <a:t>7. References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2343150" y="122574"/>
            <a:ext cx="37908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r>
              <a:t>Outline of Project</a:t>
            </a: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446" y="114300"/>
            <a:ext cx="751668" cy="77256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>2</a:t>
            </a:r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05/04/2026</a:t>
            </a:r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1371600" y="550445"/>
            <a:ext cx="61152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r>
              <a:t>Introduction</a:t>
            </a:r>
          </a:p>
        </p:txBody>
      </p:sp>
      <p:sp>
        <p:nvSpPr>
          <p:cNvPr id="97" name="Google Shape;97;p17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>3</a:t>
            </a:r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05/04/2026</a:t>
            </a:r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Cinema Compass is a quiz-based movie recommendation platform.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It solves the cold-start problem without requiring watch history.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User intent is captured using mood, focus, language, runtime, and era.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System returns explainable recommendations with preference summary.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2057400" y="810726"/>
            <a:ext cx="46863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r>
              <a:t>Problem Statement</a:t>
            </a:r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>4</a:t>
            </a:r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05/04/2026</a:t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578500" y="1505000"/>
            <a:ext cx="79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Users face decision fatigue while choosing movies.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Generic search filters do not reflect immediate viewing intent.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New users lack watch-history needed for collaborative recommendation.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External API dependency can cause unstable recommendation output.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/>
          </p:nvPr>
        </p:nvSpPr>
        <p:spPr>
          <a:xfrm>
            <a:off x="2033900" y="611101"/>
            <a:ext cx="46863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r>
              <a:t>Objective and Scope</a:t>
            </a:r>
          </a:p>
        </p:txBody>
      </p:sp>
      <p:sp>
        <p:nvSpPr>
          <p:cNvPr id="116" name="Google Shape;116;p19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>5</a:t>
            </a: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05/04/2026</a:t>
            </a: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Build a personalized recommender using quiz-based profiling.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Improve precision for niche focus such as motorsport and racing.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Support language, runtime, and era-aware ranking.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Provide reliable output using TMDB + fallback movie dataset.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1636325" y="455276"/>
            <a:ext cx="46863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r>
              <a:t>Proposed System</a:t>
            </a:r>
          </a:p>
        </p:txBody>
      </p:sp>
      <p:sp>
        <p:nvSpPr>
          <p:cNvPr id="125" name="Google Shape;125;p20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>6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05/04/2026</a:t>
            </a: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300">
                <a:solidFill>
                  <a:srgbClr val="141414"/>
                </a:solidFill>
                <a:latin typeface="Calibri"/>
              </a:rPr>
              <a:t>Frontend (React + Vite) collects quiz answers from user.</a:t>
            </a:r>
          </a:p>
          <a:p>
            <a:pPr>
              <a:spcAft>
                <a:spcPts val="1000"/>
              </a:spcAft>
            </a:pPr>
            <a:r>
              <a:rPr sz="2300">
                <a:solidFill>
                  <a:srgbClr val="141414"/>
                </a:solidFill>
                <a:latin typeface="Calibri"/>
              </a:rPr>
              <a:t>Backend (Express/Supabase) computes weighted preference profile.</a:t>
            </a:r>
          </a:p>
          <a:p>
            <a:pPr>
              <a:spcAft>
                <a:spcPts val="1000"/>
              </a:spcAft>
            </a:pPr>
            <a:r>
              <a:rPr sz="2300">
                <a:solidFill>
                  <a:srgbClr val="141414"/>
                </a:solidFill>
                <a:latin typeface="Calibri"/>
              </a:rPr>
              <a:t>TMDB candidates are fetched using top genres and focus cues.</a:t>
            </a:r>
          </a:p>
          <a:p>
            <a:pPr>
              <a:spcAft>
                <a:spcPts val="1000"/>
              </a:spcAft>
            </a:pPr>
            <a:r>
              <a:rPr sz="2300">
                <a:solidFill>
                  <a:srgbClr val="141414"/>
                </a:solidFill>
                <a:latin typeface="Calibri"/>
              </a:rPr>
              <a:t>Ranking applies genre, tags, constraints, and confidence signals.</a:t>
            </a:r>
          </a:p>
          <a:p>
            <a:pPr>
              <a:spcAft>
                <a:spcPts val="1000"/>
              </a:spcAft>
            </a:pPr>
            <a:r>
              <a:rPr sz="2300">
                <a:solidFill>
                  <a:srgbClr val="141414"/>
                </a:solidFill>
                <a:latin typeface="Calibri"/>
              </a:rPr>
              <a:t>Fallback list is used if API data is unavailable or limited.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/>
        </p:nvSpPr>
        <p:spPr>
          <a:xfrm>
            <a:off x="2618075" y="182550"/>
            <a:ext cx="475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600" b="1">
                <a:solidFill>
                  <a:srgbClr val="000000"/>
                </a:solidFill>
                <a:latin typeface="Calibri"/>
              </a:rPr>
              <a:t>Results and Conclusion</a:t>
            </a:r>
            <a:endParaRPr sz="23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5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05/04/2026</a:t>
            </a:r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sldNum" idx="12"/>
          </p:nvPr>
        </p:nvSpPr>
        <p:spPr>
          <a:xfrm>
            <a:off x="8229600" y="4850795"/>
            <a:ext cx="250150" cy="2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>7</a:t>
            </a:r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Quiz flow, API integration, and ranking pipeline work successfully.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Focus-priority logic improves relevance for motorsport intent.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Fallback mechanism ensures uninterrupted recommendations.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41414"/>
                </a:solidFill>
                <a:latin typeface="Calibri"/>
              </a:rPr>
              <a:t>System is responsive, deployable, and suitable for project demo.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Computer Engineering Department</a:t>
            </a:r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sldNum" idx="12"/>
          </p:nvPr>
        </p:nvSpPr>
        <p:spPr>
          <a:xfrm>
            <a:off x="8305800" y="4850795"/>
            <a:ext cx="173950" cy="14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>8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957375" y="240000"/>
            <a:ext cx="720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400" b="1">
                <a:solidFill>
                  <a:srgbClr val="000000"/>
                </a:solidFill>
                <a:latin typeface="Calibri"/>
              </a:rPr>
              <a:t>References and Thank You</a:t>
            </a:r>
            <a:endParaRPr sz="3000" b="1" i="0" u="sng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842425" y="1096425"/>
            <a:ext cx="7696200" cy="36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05/04/2026</a:t>
            </a:r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41414"/>
                </a:solidFill>
                <a:latin typeface="Calibri"/>
              </a:rPr>
              <a:t>1. TMDB API Documentation - developer.themoviedb.org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41414"/>
                </a:solidFill>
                <a:latin typeface="Calibri"/>
              </a:rPr>
              <a:t>2. React Documentation - react.dev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41414"/>
                </a:solidFill>
                <a:latin typeface="Calibri"/>
              </a:rPr>
              <a:t>3. Express Documentation - expressjs.com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41414"/>
                </a:solidFill>
                <a:latin typeface="Calibri"/>
              </a:rPr>
              <a:t>4. Supabase Functions - supabase.com/docs/guides/functions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41414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Simple Light</vt:lpstr>
      <vt:lpstr>PowerPoint Presentation</vt:lpstr>
      <vt:lpstr>Outline of Project</vt:lpstr>
      <vt:lpstr>Introduction</vt:lpstr>
      <vt:lpstr>Problem Statement</vt:lpstr>
      <vt:lpstr>Objective and Scope</vt:lpstr>
      <vt:lpstr>Literature Survey</vt:lpstr>
      <vt:lpstr>PowerPoint Presentation</vt:lpstr>
      <vt:lpstr>Software and Hardware Requirements</vt:lpstr>
      <vt:lpstr>PowerPoint Presentation</vt:lpstr>
      <vt:lpstr>System Design and Implementation</vt:lpstr>
      <vt:lpstr>PowerPoint Presentation</vt:lpstr>
      <vt:lpstr>PowerPoint Presentation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</cp:revision>
  <dcterms:modified xsi:type="dcterms:W3CDTF">2026-04-05T17:14:18Z</dcterms:modified>
</cp:coreProperties>
</file>